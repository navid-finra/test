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006333-4702-40EB-BC0C-83B7EF3B0CD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A07F311-7EE6-45F8-8A28-788B41064996}">
      <dgm:prSet/>
      <dgm:spPr/>
      <dgm:t>
        <a:bodyPr/>
        <a:lstStyle/>
        <a:p>
          <a:r>
            <a:rPr lang="en-US" b="0" i="0" baseline="0"/>
            <a:t>Engagement Overview </a:t>
          </a:r>
          <a:endParaRPr lang="en-US"/>
        </a:p>
      </dgm:t>
    </dgm:pt>
    <dgm:pt modelId="{9C82BB96-D9A8-4E39-B55C-A38E309F31DC}" type="parTrans" cxnId="{B5C36287-CD7F-4F70-A363-8FB8C1BB0CBE}">
      <dgm:prSet/>
      <dgm:spPr/>
      <dgm:t>
        <a:bodyPr/>
        <a:lstStyle/>
        <a:p>
          <a:endParaRPr lang="en-US"/>
        </a:p>
      </dgm:t>
    </dgm:pt>
    <dgm:pt modelId="{9832A7AA-05D2-409E-94FE-719D5C9F6A2C}" type="sibTrans" cxnId="{B5C36287-CD7F-4F70-A363-8FB8C1BB0CBE}">
      <dgm:prSet/>
      <dgm:spPr/>
      <dgm:t>
        <a:bodyPr/>
        <a:lstStyle/>
        <a:p>
          <a:endParaRPr lang="en-US"/>
        </a:p>
      </dgm:t>
    </dgm:pt>
    <dgm:pt modelId="{4DEDC4F8-0653-4E63-913A-26F542E7B333}">
      <dgm:prSet/>
      <dgm:spPr/>
      <dgm:t>
        <a:bodyPr/>
        <a:lstStyle/>
        <a:p>
          <a:r>
            <a:rPr lang="en-US" b="0" i="0" baseline="0"/>
            <a:t>Scope / Workstreams </a:t>
          </a:r>
          <a:endParaRPr lang="en-US"/>
        </a:p>
      </dgm:t>
    </dgm:pt>
    <dgm:pt modelId="{5E018684-2741-4CBA-816F-99AA16B7F923}" type="parTrans" cxnId="{B3383E19-7456-42C9-94D0-867B13D63190}">
      <dgm:prSet/>
      <dgm:spPr/>
      <dgm:t>
        <a:bodyPr/>
        <a:lstStyle/>
        <a:p>
          <a:endParaRPr lang="en-US"/>
        </a:p>
      </dgm:t>
    </dgm:pt>
    <dgm:pt modelId="{3C3CB1EC-15A5-463F-B839-5989DBDC99E6}" type="sibTrans" cxnId="{B3383E19-7456-42C9-94D0-867B13D63190}">
      <dgm:prSet/>
      <dgm:spPr/>
      <dgm:t>
        <a:bodyPr/>
        <a:lstStyle/>
        <a:p>
          <a:endParaRPr lang="en-US"/>
        </a:p>
      </dgm:t>
    </dgm:pt>
    <dgm:pt modelId="{A81677C9-0316-4537-9BB9-2D679636019B}">
      <dgm:prSet/>
      <dgm:spPr/>
      <dgm:t>
        <a:bodyPr/>
        <a:lstStyle/>
        <a:p>
          <a:r>
            <a:rPr lang="en-US" b="0" i="0" baseline="0"/>
            <a:t>Cross-Functional Discovery &amp; Prioritization </a:t>
          </a:r>
          <a:endParaRPr lang="en-US"/>
        </a:p>
      </dgm:t>
    </dgm:pt>
    <dgm:pt modelId="{78C194B3-DF24-4498-A956-52DA911E1719}" type="parTrans" cxnId="{62587D96-26C6-4967-A113-79FFA7538D56}">
      <dgm:prSet/>
      <dgm:spPr/>
      <dgm:t>
        <a:bodyPr/>
        <a:lstStyle/>
        <a:p>
          <a:endParaRPr lang="en-US"/>
        </a:p>
      </dgm:t>
    </dgm:pt>
    <dgm:pt modelId="{AF144932-D0AF-445C-8237-44136C324C77}" type="sibTrans" cxnId="{62587D96-26C6-4967-A113-79FFA7538D56}">
      <dgm:prSet/>
      <dgm:spPr/>
      <dgm:t>
        <a:bodyPr/>
        <a:lstStyle/>
        <a:p>
          <a:endParaRPr lang="en-US"/>
        </a:p>
      </dgm:t>
    </dgm:pt>
    <dgm:pt modelId="{25E1CE2F-CEEA-429B-B8E3-84E6A560BA90}">
      <dgm:prSet/>
      <dgm:spPr/>
      <dgm:t>
        <a:bodyPr/>
        <a:lstStyle/>
        <a:p>
          <a:r>
            <a:rPr lang="en-US" b="0" i="0" baseline="0"/>
            <a:t>Roadmap &amp; Milestones </a:t>
          </a:r>
          <a:endParaRPr lang="en-US"/>
        </a:p>
      </dgm:t>
    </dgm:pt>
    <dgm:pt modelId="{3E185292-1652-467B-A553-1420B1CB1BAC}" type="parTrans" cxnId="{F75C2572-642C-47AA-809F-9194D1250BC7}">
      <dgm:prSet/>
      <dgm:spPr/>
      <dgm:t>
        <a:bodyPr/>
        <a:lstStyle/>
        <a:p>
          <a:endParaRPr lang="en-US"/>
        </a:p>
      </dgm:t>
    </dgm:pt>
    <dgm:pt modelId="{CF89FDF4-8EE9-4248-BB91-F9C0089751F6}" type="sibTrans" cxnId="{F75C2572-642C-47AA-809F-9194D1250BC7}">
      <dgm:prSet/>
      <dgm:spPr/>
      <dgm:t>
        <a:bodyPr/>
        <a:lstStyle/>
        <a:p>
          <a:endParaRPr lang="en-US"/>
        </a:p>
      </dgm:t>
    </dgm:pt>
    <dgm:pt modelId="{23141D87-DB14-4167-B839-3FA3A2FF9AE2}">
      <dgm:prSet/>
      <dgm:spPr/>
      <dgm:t>
        <a:bodyPr/>
        <a:lstStyle/>
        <a:p>
          <a:r>
            <a:rPr lang="en-US" b="0" i="0" baseline="0"/>
            <a:t>Intake / Governance Flow </a:t>
          </a:r>
          <a:endParaRPr lang="en-US"/>
        </a:p>
      </dgm:t>
    </dgm:pt>
    <dgm:pt modelId="{8A4761C9-E8F7-4EED-B6B0-AAE0B987F7DE}" type="parTrans" cxnId="{A12F5816-1BB3-4EB0-9522-9AB90063A242}">
      <dgm:prSet/>
      <dgm:spPr/>
      <dgm:t>
        <a:bodyPr/>
        <a:lstStyle/>
        <a:p>
          <a:endParaRPr lang="en-US"/>
        </a:p>
      </dgm:t>
    </dgm:pt>
    <dgm:pt modelId="{2CBDA721-E63B-41D6-A8F7-FA0A23AEDDED}" type="sibTrans" cxnId="{A12F5816-1BB3-4EB0-9522-9AB90063A242}">
      <dgm:prSet/>
      <dgm:spPr/>
      <dgm:t>
        <a:bodyPr/>
        <a:lstStyle/>
        <a:p>
          <a:endParaRPr lang="en-US"/>
        </a:p>
      </dgm:t>
    </dgm:pt>
    <dgm:pt modelId="{427E0B0F-4EAE-4B96-AB3B-87376B72B9DE}">
      <dgm:prSet/>
      <dgm:spPr/>
      <dgm:t>
        <a:bodyPr/>
        <a:lstStyle/>
        <a:p>
          <a:r>
            <a:rPr lang="en-US" b="0" i="0" baseline="0"/>
            <a:t>Cadence / Reporting / Success Measures</a:t>
          </a:r>
          <a:endParaRPr lang="en-US"/>
        </a:p>
      </dgm:t>
    </dgm:pt>
    <dgm:pt modelId="{E632656C-DA20-4AC3-AF47-E9701B730EFA}" type="parTrans" cxnId="{D4693396-B300-4AED-AA8E-6B64D527503A}">
      <dgm:prSet/>
      <dgm:spPr/>
      <dgm:t>
        <a:bodyPr/>
        <a:lstStyle/>
        <a:p>
          <a:endParaRPr lang="en-US"/>
        </a:p>
      </dgm:t>
    </dgm:pt>
    <dgm:pt modelId="{BDF8EA2F-398B-486B-82EC-818E4FDF095E}" type="sibTrans" cxnId="{D4693396-B300-4AED-AA8E-6B64D527503A}">
      <dgm:prSet/>
      <dgm:spPr/>
      <dgm:t>
        <a:bodyPr/>
        <a:lstStyle/>
        <a:p>
          <a:endParaRPr lang="en-US"/>
        </a:p>
      </dgm:t>
    </dgm:pt>
    <dgm:pt modelId="{23C5E0B6-FB56-E746-8689-FFB50D8A1D25}" type="pres">
      <dgm:prSet presAssocID="{2F006333-4702-40EB-BC0C-83B7EF3B0CD7}" presName="vert0" presStyleCnt="0">
        <dgm:presLayoutVars>
          <dgm:dir/>
          <dgm:animOne val="branch"/>
          <dgm:animLvl val="lvl"/>
        </dgm:presLayoutVars>
      </dgm:prSet>
      <dgm:spPr/>
    </dgm:pt>
    <dgm:pt modelId="{C9775D19-BA1D-9546-8CB2-844126B7AC44}" type="pres">
      <dgm:prSet presAssocID="{6A07F311-7EE6-45F8-8A28-788B41064996}" presName="thickLine" presStyleLbl="alignNode1" presStyleIdx="0" presStyleCnt="6"/>
      <dgm:spPr/>
    </dgm:pt>
    <dgm:pt modelId="{4AA25DE5-B68D-D348-9328-5B99CCBEDF1C}" type="pres">
      <dgm:prSet presAssocID="{6A07F311-7EE6-45F8-8A28-788B41064996}" presName="horz1" presStyleCnt="0"/>
      <dgm:spPr/>
    </dgm:pt>
    <dgm:pt modelId="{EA61056B-AD84-AE48-B935-10706038619D}" type="pres">
      <dgm:prSet presAssocID="{6A07F311-7EE6-45F8-8A28-788B41064996}" presName="tx1" presStyleLbl="revTx" presStyleIdx="0" presStyleCnt="6"/>
      <dgm:spPr/>
    </dgm:pt>
    <dgm:pt modelId="{91A4B2E3-72FD-664F-A3FF-6C8D115EE6B6}" type="pres">
      <dgm:prSet presAssocID="{6A07F311-7EE6-45F8-8A28-788B41064996}" presName="vert1" presStyleCnt="0"/>
      <dgm:spPr/>
    </dgm:pt>
    <dgm:pt modelId="{B9C63818-B3CF-D54F-A137-06F3D9EAF065}" type="pres">
      <dgm:prSet presAssocID="{4DEDC4F8-0653-4E63-913A-26F542E7B333}" presName="thickLine" presStyleLbl="alignNode1" presStyleIdx="1" presStyleCnt="6"/>
      <dgm:spPr/>
    </dgm:pt>
    <dgm:pt modelId="{962555FE-6AF7-254D-B162-D693D105C02F}" type="pres">
      <dgm:prSet presAssocID="{4DEDC4F8-0653-4E63-913A-26F542E7B333}" presName="horz1" presStyleCnt="0"/>
      <dgm:spPr/>
    </dgm:pt>
    <dgm:pt modelId="{481479FB-B352-FB40-970F-C569496FA372}" type="pres">
      <dgm:prSet presAssocID="{4DEDC4F8-0653-4E63-913A-26F542E7B333}" presName="tx1" presStyleLbl="revTx" presStyleIdx="1" presStyleCnt="6"/>
      <dgm:spPr/>
    </dgm:pt>
    <dgm:pt modelId="{F79C387B-91CF-8C45-9160-62752509071F}" type="pres">
      <dgm:prSet presAssocID="{4DEDC4F8-0653-4E63-913A-26F542E7B333}" presName="vert1" presStyleCnt="0"/>
      <dgm:spPr/>
    </dgm:pt>
    <dgm:pt modelId="{10FFBC14-F80D-A64F-86E4-58E7082B923C}" type="pres">
      <dgm:prSet presAssocID="{A81677C9-0316-4537-9BB9-2D679636019B}" presName="thickLine" presStyleLbl="alignNode1" presStyleIdx="2" presStyleCnt="6"/>
      <dgm:spPr/>
    </dgm:pt>
    <dgm:pt modelId="{DE0663D5-3BC5-7243-A80F-1144E024FC0C}" type="pres">
      <dgm:prSet presAssocID="{A81677C9-0316-4537-9BB9-2D679636019B}" presName="horz1" presStyleCnt="0"/>
      <dgm:spPr/>
    </dgm:pt>
    <dgm:pt modelId="{03F7EC6D-34A0-D942-A4B1-41B442AD5B17}" type="pres">
      <dgm:prSet presAssocID="{A81677C9-0316-4537-9BB9-2D679636019B}" presName="tx1" presStyleLbl="revTx" presStyleIdx="2" presStyleCnt="6"/>
      <dgm:spPr/>
    </dgm:pt>
    <dgm:pt modelId="{79B8D49F-6D07-3545-B126-F3A0FF4A2592}" type="pres">
      <dgm:prSet presAssocID="{A81677C9-0316-4537-9BB9-2D679636019B}" presName="vert1" presStyleCnt="0"/>
      <dgm:spPr/>
    </dgm:pt>
    <dgm:pt modelId="{5C01FB3A-3FE0-1947-9086-64A88EF3596E}" type="pres">
      <dgm:prSet presAssocID="{25E1CE2F-CEEA-429B-B8E3-84E6A560BA90}" presName="thickLine" presStyleLbl="alignNode1" presStyleIdx="3" presStyleCnt="6"/>
      <dgm:spPr/>
    </dgm:pt>
    <dgm:pt modelId="{93D2648E-F8C5-464D-994E-1933398BF866}" type="pres">
      <dgm:prSet presAssocID="{25E1CE2F-CEEA-429B-B8E3-84E6A560BA90}" presName="horz1" presStyleCnt="0"/>
      <dgm:spPr/>
    </dgm:pt>
    <dgm:pt modelId="{EC2046F5-30D0-414A-A24A-D863080841AD}" type="pres">
      <dgm:prSet presAssocID="{25E1CE2F-CEEA-429B-B8E3-84E6A560BA90}" presName="tx1" presStyleLbl="revTx" presStyleIdx="3" presStyleCnt="6"/>
      <dgm:spPr/>
    </dgm:pt>
    <dgm:pt modelId="{E7D57D16-B423-D54A-BE18-011C384AA140}" type="pres">
      <dgm:prSet presAssocID="{25E1CE2F-CEEA-429B-B8E3-84E6A560BA90}" presName="vert1" presStyleCnt="0"/>
      <dgm:spPr/>
    </dgm:pt>
    <dgm:pt modelId="{36CAE014-893C-E94B-BA0B-CA5900B27F18}" type="pres">
      <dgm:prSet presAssocID="{23141D87-DB14-4167-B839-3FA3A2FF9AE2}" presName="thickLine" presStyleLbl="alignNode1" presStyleIdx="4" presStyleCnt="6"/>
      <dgm:spPr/>
    </dgm:pt>
    <dgm:pt modelId="{2241B8BB-E455-B04A-8D34-D8D673F5156F}" type="pres">
      <dgm:prSet presAssocID="{23141D87-DB14-4167-B839-3FA3A2FF9AE2}" presName="horz1" presStyleCnt="0"/>
      <dgm:spPr/>
    </dgm:pt>
    <dgm:pt modelId="{D3B38E2C-E4CE-0846-8E88-C5178CDE696A}" type="pres">
      <dgm:prSet presAssocID="{23141D87-DB14-4167-B839-3FA3A2FF9AE2}" presName="tx1" presStyleLbl="revTx" presStyleIdx="4" presStyleCnt="6"/>
      <dgm:spPr/>
    </dgm:pt>
    <dgm:pt modelId="{1EF3187B-DB8B-F349-80D3-6D09C0A26A6E}" type="pres">
      <dgm:prSet presAssocID="{23141D87-DB14-4167-B839-3FA3A2FF9AE2}" presName="vert1" presStyleCnt="0"/>
      <dgm:spPr/>
    </dgm:pt>
    <dgm:pt modelId="{47908D18-556B-A44B-BC0C-74E5D7F1AA7D}" type="pres">
      <dgm:prSet presAssocID="{427E0B0F-4EAE-4B96-AB3B-87376B72B9DE}" presName="thickLine" presStyleLbl="alignNode1" presStyleIdx="5" presStyleCnt="6"/>
      <dgm:spPr/>
    </dgm:pt>
    <dgm:pt modelId="{F65BF0B3-129A-C24A-9179-5A14DF55D0DC}" type="pres">
      <dgm:prSet presAssocID="{427E0B0F-4EAE-4B96-AB3B-87376B72B9DE}" presName="horz1" presStyleCnt="0"/>
      <dgm:spPr/>
    </dgm:pt>
    <dgm:pt modelId="{651B80E5-06D1-0349-83AF-48DB752EA4E7}" type="pres">
      <dgm:prSet presAssocID="{427E0B0F-4EAE-4B96-AB3B-87376B72B9DE}" presName="tx1" presStyleLbl="revTx" presStyleIdx="5" presStyleCnt="6"/>
      <dgm:spPr/>
    </dgm:pt>
    <dgm:pt modelId="{8A75EE54-40C4-FB40-9EEE-484BA3F09992}" type="pres">
      <dgm:prSet presAssocID="{427E0B0F-4EAE-4B96-AB3B-87376B72B9DE}" presName="vert1" presStyleCnt="0"/>
      <dgm:spPr/>
    </dgm:pt>
  </dgm:ptLst>
  <dgm:cxnLst>
    <dgm:cxn modelId="{A12F5816-1BB3-4EB0-9522-9AB90063A242}" srcId="{2F006333-4702-40EB-BC0C-83B7EF3B0CD7}" destId="{23141D87-DB14-4167-B839-3FA3A2FF9AE2}" srcOrd="4" destOrd="0" parTransId="{8A4761C9-E8F7-4EED-B6B0-AAE0B987F7DE}" sibTransId="{2CBDA721-E63B-41D6-A8F7-FA0A23AEDDED}"/>
    <dgm:cxn modelId="{B3383E19-7456-42C9-94D0-867B13D63190}" srcId="{2F006333-4702-40EB-BC0C-83B7EF3B0CD7}" destId="{4DEDC4F8-0653-4E63-913A-26F542E7B333}" srcOrd="1" destOrd="0" parTransId="{5E018684-2741-4CBA-816F-99AA16B7F923}" sibTransId="{3C3CB1EC-15A5-463F-B839-5989DBDC99E6}"/>
    <dgm:cxn modelId="{2AE0CA2C-6EC7-DF4A-AA01-BD5D69184E77}" type="presOf" srcId="{25E1CE2F-CEEA-429B-B8E3-84E6A560BA90}" destId="{EC2046F5-30D0-414A-A24A-D863080841AD}" srcOrd="0" destOrd="0" presId="urn:microsoft.com/office/officeart/2008/layout/LinedList"/>
    <dgm:cxn modelId="{22162346-8C3C-B149-AD41-A04EF89F98ED}" type="presOf" srcId="{23141D87-DB14-4167-B839-3FA3A2FF9AE2}" destId="{D3B38E2C-E4CE-0846-8E88-C5178CDE696A}" srcOrd="0" destOrd="0" presId="urn:microsoft.com/office/officeart/2008/layout/LinedList"/>
    <dgm:cxn modelId="{7402D865-180A-2E4F-88A6-9CD2C36BB0B2}" type="presOf" srcId="{6A07F311-7EE6-45F8-8A28-788B41064996}" destId="{EA61056B-AD84-AE48-B935-10706038619D}" srcOrd="0" destOrd="0" presId="urn:microsoft.com/office/officeart/2008/layout/LinedList"/>
    <dgm:cxn modelId="{F75C2572-642C-47AA-809F-9194D1250BC7}" srcId="{2F006333-4702-40EB-BC0C-83B7EF3B0CD7}" destId="{25E1CE2F-CEEA-429B-B8E3-84E6A560BA90}" srcOrd="3" destOrd="0" parTransId="{3E185292-1652-467B-A553-1420B1CB1BAC}" sibTransId="{CF89FDF4-8EE9-4248-BB91-F9C0089751F6}"/>
    <dgm:cxn modelId="{21FCE17C-053C-C049-B27F-B43427C9E7E6}" type="presOf" srcId="{4DEDC4F8-0653-4E63-913A-26F542E7B333}" destId="{481479FB-B352-FB40-970F-C569496FA372}" srcOrd="0" destOrd="0" presId="urn:microsoft.com/office/officeart/2008/layout/LinedList"/>
    <dgm:cxn modelId="{B5C36287-CD7F-4F70-A363-8FB8C1BB0CBE}" srcId="{2F006333-4702-40EB-BC0C-83B7EF3B0CD7}" destId="{6A07F311-7EE6-45F8-8A28-788B41064996}" srcOrd="0" destOrd="0" parTransId="{9C82BB96-D9A8-4E39-B55C-A38E309F31DC}" sibTransId="{9832A7AA-05D2-409E-94FE-719D5C9F6A2C}"/>
    <dgm:cxn modelId="{D4693396-B300-4AED-AA8E-6B64D527503A}" srcId="{2F006333-4702-40EB-BC0C-83B7EF3B0CD7}" destId="{427E0B0F-4EAE-4B96-AB3B-87376B72B9DE}" srcOrd="5" destOrd="0" parTransId="{E632656C-DA20-4AC3-AF47-E9701B730EFA}" sibTransId="{BDF8EA2F-398B-486B-82EC-818E4FDF095E}"/>
    <dgm:cxn modelId="{62587D96-26C6-4967-A113-79FFA7538D56}" srcId="{2F006333-4702-40EB-BC0C-83B7EF3B0CD7}" destId="{A81677C9-0316-4537-9BB9-2D679636019B}" srcOrd="2" destOrd="0" parTransId="{78C194B3-DF24-4498-A956-52DA911E1719}" sibTransId="{AF144932-D0AF-445C-8237-44136C324C77}"/>
    <dgm:cxn modelId="{FF8DDF99-5A8F-CB4D-946D-EE6D613668DC}" type="presOf" srcId="{A81677C9-0316-4537-9BB9-2D679636019B}" destId="{03F7EC6D-34A0-D942-A4B1-41B442AD5B17}" srcOrd="0" destOrd="0" presId="urn:microsoft.com/office/officeart/2008/layout/LinedList"/>
    <dgm:cxn modelId="{C332CACA-1616-C94B-8636-8454C30CE86E}" type="presOf" srcId="{2F006333-4702-40EB-BC0C-83B7EF3B0CD7}" destId="{23C5E0B6-FB56-E746-8689-FFB50D8A1D25}" srcOrd="0" destOrd="0" presId="urn:microsoft.com/office/officeart/2008/layout/LinedList"/>
    <dgm:cxn modelId="{A8CE6EDC-FD4B-C740-B590-A11D509A2A44}" type="presOf" srcId="{427E0B0F-4EAE-4B96-AB3B-87376B72B9DE}" destId="{651B80E5-06D1-0349-83AF-48DB752EA4E7}" srcOrd="0" destOrd="0" presId="urn:microsoft.com/office/officeart/2008/layout/LinedList"/>
    <dgm:cxn modelId="{E4B70962-1D49-0C41-B6B3-8D3BE5FE862B}" type="presParOf" srcId="{23C5E0B6-FB56-E746-8689-FFB50D8A1D25}" destId="{C9775D19-BA1D-9546-8CB2-844126B7AC44}" srcOrd="0" destOrd="0" presId="urn:microsoft.com/office/officeart/2008/layout/LinedList"/>
    <dgm:cxn modelId="{68A17012-366B-024B-B584-1726FF1A7F58}" type="presParOf" srcId="{23C5E0B6-FB56-E746-8689-FFB50D8A1D25}" destId="{4AA25DE5-B68D-D348-9328-5B99CCBEDF1C}" srcOrd="1" destOrd="0" presId="urn:microsoft.com/office/officeart/2008/layout/LinedList"/>
    <dgm:cxn modelId="{3385EC79-1D82-814C-93DC-C2BBED314388}" type="presParOf" srcId="{4AA25DE5-B68D-D348-9328-5B99CCBEDF1C}" destId="{EA61056B-AD84-AE48-B935-10706038619D}" srcOrd="0" destOrd="0" presId="urn:microsoft.com/office/officeart/2008/layout/LinedList"/>
    <dgm:cxn modelId="{73079489-3DB0-9343-A016-2F6CDE409DA6}" type="presParOf" srcId="{4AA25DE5-B68D-D348-9328-5B99CCBEDF1C}" destId="{91A4B2E3-72FD-664F-A3FF-6C8D115EE6B6}" srcOrd="1" destOrd="0" presId="urn:microsoft.com/office/officeart/2008/layout/LinedList"/>
    <dgm:cxn modelId="{958FA823-74B5-B645-B5F9-7A53FA998FEC}" type="presParOf" srcId="{23C5E0B6-FB56-E746-8689-FFB50D8A1D25}" destId="{B9C63818-B3CF-D54F-A137-06F3D9EAF065}" srcOrd="2" destOrd="0" presId="urn:microsoft.com/office/officeart/2008/layout/LinedList"/>
    <dgm:cxn modelId="{50DE7AC8-6B81-6A48-9F96-10E6CC469F7A}" type="presParOf" srcId="{23C5E0B6-FB56-E746-8689-FFB50D8A1D25}" destId="{962555FE-6AF7-254D-B162-D693D105C02F}" srcOrd="3" destOrd="0" presId="urn:microsoft.com/office/officeart/2008/layout/LinedList"/>
    <dgm:cxn modelId="{4AD16964-9C10-A143-9860-16DDCB77499B}" type="presParOf" srcId="{962555FE-6AF7-254D-B162-D693D105C02F}" destId="{481479FB-B352-FB40-970F-C569496FA372}" srcOrd="0" destOrd="0" presId="urn:microsoft.com/office/officeart/2008/layout/LinedList"/>
    <dgm:cxn modelId="{1AFC71DF-B3D0-2545-91B8-89CB0959657B}" type="presParOf" srcId="{962555FE-6AF7-254D-B162-D693D105C02F}" destId="{F79C387B-91CF-8C45-9160-62752509071F}" srcOrd="1" destOrd="0" presId="urn:microsoft.com/office/officeart/2008/layout/LinedList"/>
    <dgm:cxn modelId="{93D32081-6D63-9042-AD34-D9CC3FEC3311}" type="presParOf" srcId="{23C5E0B6-FB56-E746-8689-FFB50D8A1D25}" destId="{10FFBC14-F80D-A64F-86E4-58E7082B923C}" srcOrd="4" destOrd="0" presId="urn:microsoft.com/office/officeart/2008/layout/LinedList"/>
    <dgm:cxn modelId="{D024E9FF-F72C-D34A-B154-AA9ADE1889AD}" type="presParOf" srcId="{23C5E0B6-FB56-E746-8689-FFB50D8A1D25}" destId="{DE0663D5-3BC5-7243-A80F-1144E024FC0C}" srcOrd="5" destOrd="0" presId="urn:microsoft.com/office/officeart/2008/layout/LinedList"/>
    <dgm:cxn modelId="{6F904E71-CE14-DB41-A94B-36D33502E280}" type="presParOf" srcId="{DE0663D5-3BC5-7243-A80F-1144E024FC0C}" destId="{03F7EC6D-34A0-D942-A4B1-41B442AD5B17}" srcOrd="0" destOrd="0" presId="urn:microsoft.com/office/officeart/2008/layout/LinedList"/>
    <dgm:cxn modelId="{56992150-7244-6543-8D6C-BC4FABC68BB8}" type="presParOf" srcId="{DE0663D5-3BC5-7243-A80F-1144E024FC0C}" destId="{79B8D49F-6D07-3545-B126-F3A0FF4A2592}" srcOrd="1" destOrd="0" presId="urn:microsoft.com/office/officeart/2008/layout/LinedList"/>
    <dgm:cxn modelId="{231960D7-E433-474C-98CA-31A1AEC96A65}" type="presParOf" srcId="{23C5E0B6-FB56-E746-8689-FFB50D8A1D25}" destId="{5C01FB3A-3FE0-1947-9086-64A88EF3596E}" srcOrd="6" destOrd="0" presId="urn:microsoft.com/office/officeart/2008/layout/LinedList"/>
    <dgm:cxn modelId="{06CFF579-5A1E-AE42-895D-467A7501D1AC}" type="presParOf" srcId="{23C5E0B6-FB56-E746-8689-FFB50D8A1D25}" destId="{93D2648E-F8C5-464D-994E-1933398BF866}" srcOrd="7" destOrd="0" presId="urn:microsoft.com/office/officeart/2008/layout/LinedList"/>
    <dgm:cxn modelId="{F67F1A2D-328E-4246-A0B0-929BF37FE332}" type="presParOf" srcId="{93D2648E-F8C5-464D-994E-1933398BF866}" destId="{EC2046F5-30D0-414A-A24A-D863080841AD}" srcOrd="0" destOrd="0" presId="urn:microsoft.com/office/officeart/2008/layout/LinedList"/>
    <dgm:cxn modelId="{6BB0ED10-29D9-B545-93E4-8F6FFD8AE906}" type="presParOf" srcId="{93D2648E-F8C5-464D-994E-1933398BF866}" destId="{E7D57D16-B423-D54A-BE18-011C384AA140}" srcOrd="1" destOrd="0" presId="urn:microsoft.com/office/officeart/2008/layout/LinedList"/>
    <dgm:cxn modelId="{CCA933C5-6A6E-6B4F-98AF-FDD21F463C59}" type="presParOf" srcId="{23C5E0B6-FB56-E746-8689-FFB50D8A1D25}" destId="{36CAE014-893C-E94B-BA0B-CA5900B27F18}" srcOrd="8" destOrd="0" presId="urn:microsoft.com/office/officeart/2008/layout/LinedList"/>
    <dgm:cxn modelId="{2DADFF73-D145-3A49-A140-8088D1189222}" type="presParOf" srcId="{23C5E0B6-FB56-E746-8689-FFB50D8A1D25}" destId="{2241B8BB-E455-B04A-8D34-D8D673F5156F}" srcOrd="9" destOrd="0" presId="urn:microsoft.com/office/officeart/2008/layout/LinedList"/>
    <dgm:cxn modelId="{250C2192-C2B4-964D-A342-AD28628A846E}" type="presParOf" srcId="{2241B8BB-E455-B04A-8D34-D8D673F5156F}" destId="{D3B38E2C-E4CE-0846-8E88-C5178CDE696A}" srcOrd="0" destOrd="0" presId="urn:microsoft.com/office/officeart/2008/layout/LinedList"/>
    <dgm:cxn modelId="{EED665DB-FB12-4945-B511-4F0DD93B3649}" type="presParOf" srcId="{2241B8BB-E455-B04A-8D34-D8D673F5156F}" destId="{1EF3187B-DB8B-F349-80D3-6D09C0A26A6E}" srcOrd="1" destOrd="0" presId="urn:microsoft.com/office/officeart/2008/layout/LinedList"/>
    <dgm:cxn modelId="{0EFB0375-2950-0945-AF14-5AB9CAB14EE9}" type="presParOf" srcId="{23C5E0B6-FB56-E746-8689-FFB50D8A1D25}" destId="{47908D18-556B-A44B-BC0C-74E5D7F1AA7D}" srcOrd="10" destOrd="0" presId="urn:microsoft.com/office/officeart/2008/layout/LinedList"/>
    <dgm:cxn modelId="{CA691520-0650-8B49-B128-37DF7C3541A0}" type="presParOf" srcId="{23C5E0B6-FB56-E746-8689-FFB50D8A1D25}" destId="{F65BF0B3-129A-C24A-9179-5A14DF55D0DC}" srcOrd="11" destOrd="0" presId="urn:microsoft.com/office/officeart/2008/layout/LinedList"/>
    <dgm:cxn modelId="{5F316EA1-C57C-C043-B952-1B34A3639EA8}" type="presParOf" srcId="{F65BF0B3-129A-C24A-9179-5A14DF55D0DC}" destId="{651B80E5-06D1-0349-83AF-48DB752EA4E7}" srcOrd="0" destOrd="0" presId="urn:microsoft.com/office/officeart/2008/layout/LinedList"/>
    <dgm:cxn modelId="{1B4BF2A9-D67E-CE41-BB54-9EDA5743D7F1}" type="presParOf" srcId="{F65BF0B3-129A-C24A-9179-5A14DF55D0DC}" destId="{8A75EE54-40C4-FB40-9EEE-484BA3F099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75D19-BA1D-9546-8CB2-844126B7AC44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1056B-AD84-AE48-B935-10706038619D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Engagement Overview </a:t>
          </a:r>
          <a:endParaRPr lang="en-US" sz="2800" kern="1200"/>
        </a:p>
      </dsp:txBody>
      <dsp:txXfrm>
        <a:off x="0" y="2703"/>
        <a:ext cx="6900512" cy="921789"/>
      </dsp:txXfrm>
    </dsp:sp>
    <dsp:sp modelId="{B9C63818-B3CF-D54F-A137-06F3D9EAF065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479FB-B352-FB40-970F-C569496FA372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Scope / Workstreams </a:t>
          </a:r>
          <a:endParaRPr lang="en-US" sz="2800" kern="1200"/>
        </a:p>
      </dsp:txBody>
      <dsp:txXfrm>
        <a:off x="0" y="924492"/>
        <a:ext cx="6900512" cy="921789"/>
      </dsp:txXfrm>
    </dsp:sp>
    <dsp:sp modelId="{10FFBC14-F80D-A64F-86E4-58E7082B923C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7EC6D-34A0-D942-A4B1-41B442AD5B17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Cross-Functional Discovery &amp; Prioritization </a:t>
          </a:r>
          <a:endParaRPr lang="en-US" sz="2800" kern="1200"/>
        </a:p>
      </dsp:txBody>
      <dsp:txXfrm>
        <a:off x="0" y="1846281"/>
        <a:ext cx="6900512" cy="921789"/>
      </dsp:txXfrm>
    </dsp:sp>
    <dsp:sp modelId="{5C01FB3A-3FE0-1947-9086-64A88EF3596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046F5-30D0-414A-A24A-D863080841AD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Roadmap &amp; Milestones </a:t>
          </a:r>
          <a:endParaRPr lang="en-US" sz="2800" kern="1200"/>
        </a:p>
      </dsp:txBody>
      <dsp:txXfrm>
        <a:off x="0" y="2768070"/>
        <a:ext cx="6900512" cy="921789"/>
      </dsp:txXfrm>
    </dsp:sp>
    <dsp:sp modelId="{36CAE014-893C-E94B-BA0B-CA5900B27F18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38E2C-E4CE-0846-8E88-C5178CDE696A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Intake / Governance Flow </a:t>
          </a:r>
          <a:endParaRPr lang="en-US" sz="2800" kern="1200"/>
        </a:p>
      </dsp:txBody>
      <dsp:txXfrm>
        <a:off x="0" y="3689859"/>
        <a:ext cx="6900512" cy="921789"/>
      </dsp:txXfrm>
    </dsp:sp>
    <dsp:sp modelId="{47908D18-556B-A44B-BC0C-74E5D7F1AA7D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B80E5-06D1-0349-83AF-48DB752EA4E7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Cadence / Reporting / Success Measures</a:t>
          </a:r>
          <a:endParaRPr lang="en-US" sz="2800" kern="1200"/>
        </a:p>
      </dsp:txBody>
      <dsp:txXfrm>
        <a:off x="0" y="4611648"/>
        <a:ext cx="6900512" cy="92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571D-5964-B42E-F2DD-69F35EEBA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DD796-DBFE-E93F-5A0E-54C5E6F4A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AB97F-6D50-869E-C055-ACA0A02D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3245-35D7-CBF6-C4C5-3F9C73ED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49478-4C1B-E6E9-80F8-869D499C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0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82A0-797D-1185-6C2C-B3D70A0D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2C2CC-0B91-C8A4-0ADD-D9467043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BDB35-0E6D-1260-3395-31776A8E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42DA-AAD3-5CF4-0912-DB0085DF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1CB9B-241B-EF40-F9BD-1BDFB287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7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FB33-1041-1656-4C4E-CA4257281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75B16-3308-EBFA-21DD-5196BF657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04378-43AD-CF3A-D918-239AB0AE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B379E-B6BA-99EC-F632-34699F5A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E876E-E36F-CD36-527D-2EED774D1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1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36CD-253B-93AF-26AF-DC861302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F01B9-D13D-59A0-2C13-8C09DB663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F4B3F-AD4C-CB10-98F9-7CAFCDB76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FD7A8-65B3-28FB-2DD8-EBEDC25B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8A420-C6B4-99EC-2FD4-F7AF147F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57DE7-B362-82C1-61D5-C3918843C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1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7FF2-3C84-B21D-CF5C-8CE78CE5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C8337-A40F-1DA0-D69A-FF7E429E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1623C-BAFF-A1FB-4738-2C8CCC828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F6115-F985-9FB2-4AFE-4BD785BEE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0DB7E-1825-3E3F-1E3C-610588407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71E472-F9F6-43C4-248B-82AE6243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160E4-7ABA-1445-EDCF-2D274990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3011A-6A78-33AE-A973-F07B0FFB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8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A365-0A95-E657-DCFB-3272D783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5D735-C1BA-11F8-2A8E-B1D15B35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73B5B-80FB-3028-1692-A2E70AC6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9D3D1-6937-CB23-F7EF-D99B8982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6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6F03-9D99-3153-2CD9-74A6A8E7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812B6-7CCE-260F-67B8-8AD56FC8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97344-5391-2CCF-0689-6DEAEA83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5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E0C37-05F1-64E4-7531-67580DB1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38690-9F98-88E3-DB01-D3028F486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D3957-072C-BF92-18CC-86AED5309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838A6-3B48-CFA4-F1E9-D708D639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17669-7A2E-136E-FAAE-CFCF8A07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AD3D6-BD15-9E90-711A-0B0A4053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6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AF97-C6BC-B62E-79A4-55C6C511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8B3AB-B3A0-C1C9-236E-90C6ED705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79F97-66E7-AE6D-A1FE-E48F29BF5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3584E-0FED-C43B-8D98-B1A812B09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C7831-D450-0E91-600B-1CF465FC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26574-FEB8-F40D-C78D-FAA744DA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A6F18-2B20-96A6-2675-A4B5011B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6CA88-4124-B886-D125-0BF4299A9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CBE62-6A00-1434-7DA6-40F13A9D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4478A-9DF4-D507-191F-11CAE96B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49E16-99C9-C44F-1ABD-9C7E299E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1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C464B-0083-FD48-E260-E2E4ED3EF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9B971-A56E-6AFB-5EB8-F9AD1F8A3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5C8D6-3403-6CA9-26A8-1F42168C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A87CD-BA59-5645-2DB9-71C9B33F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8F87-98D2-9E7B-F431-D5D23D2D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43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5DB94A-248C-93E2-09B3-B111A3E8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9E8D9-DC46-6310-F6B4-E281CF839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DC49-FFFF-DAAE-8F64-79D93AB79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3BCE1-8A27-0447-BF63-920535DBDE9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DE8EA-7B33-AE79-8D4F-347DE1B05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15850-7C07-5401-3147-82D13A7D3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93D86-D533-1049-9A56-0EA0F9DFA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07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3797F-128B-F3AB-F817-D35E34DD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Agenda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F59A046-1EF9-8387-5BBB-BEAD8784D4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54246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9765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7B02E5-C44F-F7C5-294A-F9F85B068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77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0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4C9032-5824-1839-2D5C-108A098C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7725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3C3F8A-9B25-6F3F-70C9-BE1C5E2C3CB2}"/>
              </a:ext>
            </a:extLst>
          </p:cNvPr>
          <p:cNvSpPr/>
          <p:nvPr/>
        </p:nvSpPr>
        <p:spPr>
          <a:xfrm>
            <a:off x="24714" y="1161535"/>
            <a:ext cx="617838" cy="549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6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CDA97-E932-99B6-1276-850135E55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078168" cy="67467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E01B5A-0A6A-C966-3A49-861F9C92B3DF}"/>
              </a:ext>
            </a:extLst>
          </p:cNvPr>
          <p:cNvSpPr/>
          <p:nvPr/>
        </p:nvSpPr>
        <p:spPr>
          <a:xfrm>
            <a:off x="5696465" y="4547286"/>
            <a:ext cx="1433384" cy="185352"/>
          </a:xfrm>
          <a:prstGeom prst="rect">
            <a:avLst/>
          </a:prstGeom>
          <a:solidFill>
            <a:srgbClr val="EFF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16231-E1DE-1C5D-5D86-3B31050D5655}"/>
              </a:ext>
            </a:extLst>
          </p:cNvPr>
          <p:cNvSpPr txBox="1"/>
          <p:nvPr/>
        </p:nvSpPr>
        <p:spPr>
          <a:xfrm>
            <a:off x="5590643" y="4501462"/>
            <a:ext cx="1447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Planning readiness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943742-37A3-7C13-8868-751C8AF3C715}"/>
              </a:ext>
            </a:extLst>
          </p:cNvPr>
          <p:cNvSpPr/>
          <p:nvPr/>
        </p:nvSpPr>
        <p:spPr>
          <a:xfrm>
            <a:off x="9811265" y="6215448"/>
            <a:ext cx="1717589" cy="407773"/>
          </a:xfrm>
          <a:prstGeom prst="rect">
            <a:avLst/>
          </a:prstGeom>
          <a:solidFill>
            <a:srgbClr val="EFF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C3F31-2137-1793-8A92-05573F8CC844}"/>
              </a:ext>
            </a:extLst>
          </p:cNvPr>
          <p:cNvSpPr txBox="1"/>
          <p:nvPr/>
        </p:nvSpPr>
        <p:spPr>
          <a:xfrm>
            <a:off x="9811265" y="6142335"/>
            <a:ext cx="1717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Deliverable, priorities, cost</a:t>
            </a:r>
          </a:p>
        </p:txBody>
      </p:sp>
    </p:spTree>
    <p:extLst>
      <p:ext uri="{BB962C8B-B14F-4D97-AF65-F5344CB8AC3E}">
        <p14:creationId xmlns:p14="http://schemas.microsoft.com/office/powerpoint/2010/main" val="180104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C95D8-C81B-91F9-0272-E1F73386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77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8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48F086-B9D7-6147-64EE-EF9F57826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524"/>
            <a:ext cx="12260207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68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0F0D4-8EFE-B94D-89C6-83950E553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77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9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</Words>
  <Application>Microsoft Macintosh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Rad - D8TAOPS</dc:creator>
  <cp:lastModifiedBy>David Rad - D8TAOPS</cp:lastModifiedBy>
  <cp:revision>2</cp:revision>
  <dcterms:created xsi:type="dcterms:W3CDTF">2026-04-07T21:36:33Z</dcterms:created>
  <dcterms:modified xsi:type="dcterms:W3CDTF">2026-04-07T21:50:09Z</dcterms:modified>
</cp:coreProperties>
</file>