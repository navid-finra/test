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46081-8CA8-8951-BC4A-9033B0611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FEC10-FB4D-FFCE-E9AA-9ED556BB1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29C3F-D2A7-AC34-48F0-A13D8583A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1928-6FC1-234B-8962-29DB2BA8A601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D229E-D8AA-52DD-A468-84FF9258C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FB24F-AC57-7A85-EA9C-4D2CB1E0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E690-6B15-1040-8353-0437A875F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1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DCC59-6378-0776-E87A-B7A38B478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10D49-F4BC-A2E5-4C7A-9F270B8C2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1A92E-6C56-4BBD-CBCC-750169290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1928-6FC1-234B-8962-29DB2BA8A601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28A37-76A7-D534-EC7D-0C1715E6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E5796-D2EF-315A-BB4E-F87D421F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E690-6B15-1040-8353-0437A875F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3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D05AE-93A2-5106-C102-6D199B9C4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02440-C5A8-1CFE-6F85-AE4FD594E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655CE-EEC2-02E9-5737-459CEE49E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1928-6FC1-234B-8962-29DB2BA8A601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0D815-E2F7-839E-876F-51BB3DFA6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B6779-7C72-CF0E-5201-299A5532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E690-6B15-1040-8353-0437A875F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12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BC203-A284-BE30-6611-22850000F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8ADFC-AEB0-3A5B-A830-BE3150019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A666-4A07-614D-B273-059ED3B03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9B7F9-1959-304A-6CAF-777F29461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1928-6FC1-234B-8962-29DB2BA8A601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2FAFF-F4CE-D8ED-05AE-03037B71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2179C-D4A0-52AA-B4A4-9E21DA1C4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E690-6B15-1040-8353-0437A875F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8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0D017-9DCF-2AB3-D59C-CEA848253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4E37D-3117-4EFB-69DD-275266809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96F951-5309-15B9-C406-5F4AB5E40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DC827E-C3FB-1EB3-7623-CF0845089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DFFB63-1B00-CC6C-F07E-5494971D2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4B49F0-C85A-2009-7E3D-1F38F5FD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1928-6FC1-234B-8962-29DB2BA8A601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4B6170-1D81-01FC-0BD0-08D0C99F7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EDA58A-C6B1-DF28-9916-76671DD66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E690-6B15-1040-8353-0437A875F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971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C68A1-5112-6040-2AC2-BB15F943F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45565D-5F99-E8EF-E8E9-72ADDF43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1928-6FC1-234B-8962-29DB2BA8A601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270521-427A-5F1F-0296-5E9F8DC02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B5C6F-144E-74F6-ACA0-DDEB6FE84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E690-6B15-1040-8353-0437A875F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59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10B5E-E11D-9452-D940-A6D390598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1928-6FC1-234B-8962-29DB2BA8A601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B2BFD6-5799-0C81-BB79-42AA21936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CC3FB-1668-9F17-EC42-060147B82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E690-6B15-1040-8353-0437A875F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77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02FE-99A2-2FE1-3F32-8AD173F82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1E867-5AFB-A207-C693-B9634D327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3B7D-739B-07BE-E209-B86329F3A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300CD-3E15-4AF6-8000-A684FD95C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1928-6FC1-234B-8962-29DB2BA8A601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CDDDB-3DDC-10CD-8131-E9BD8DA84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C7BA8-E3C3-274E-DFC0-16702FBD8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E690-6B15-1040-8353-0437A875F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56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CFF7B-785D-EEF0-C40C-78AD78A70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A7FA5C-07FB-5C6D-88BA-E2C891FC6F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8915D-E1DF-4C9C-4B65-CF1DF62C8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E1B7F-93FF-3CDF-16FE-E96F47CA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1928-6FC1-234B-8962-29DB2BA8A601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897CB-D0DC-CC14-691B-3BBE5BDC3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6C0C8-8256-E295-C66A-2378CAE68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E690-6B15-1040-8353-0437A875F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91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23FE3-CF1C-8554-4B2F-86F88561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AD2D87-4036-FB3F-EF51-29EB73C7F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FFB33-1CDF-2882-3A84-5CB8A5A8E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1928-6FC1-234B-8962-29DB2BA8A601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BFCB6-DA4F-0C3C-6360-A0B126A6E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5595B-47A6-B449-3963-DEC3947D6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E690-6B15-1040-8353-0437A875F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24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4F9218-C4BC-2DA2-05BC-C1EB1F913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F5838-3A3F-6FB1-ACF9-7E3DB838B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1E196-3172-B6E1-ACAF-E80083CC7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B1928-6FC1-234B-8962-29DB2BA8A601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86A92-F9CB-33E6-D539-A0202709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1028C-F334-55FB-30BC-B0BEC5EA0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E690-6B15-1040-8353-0437A875F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58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0518F6-5394-E745-3065-53EDEFA2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BA7B0-C2A6-6891-9EDB-683CE6D9D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66B28-4B92-F548-C4D0-3E13FEB871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B1928-6FC1-234B-8962-29DB2BA8A601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D451A-62E7-8E79-D49A-FE6C5FF51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D4B16-49BE-6D0C-A6A3-89213E68F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DCE690-6B15-1040-8353-0437A875F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4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4A9605-028A-6965-D81E-32AB89908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6957"/>
            <a:ext cx="12134733" cy="639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45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hotel room&#10;&#10;AI-generated content may be incorrect.">
            <a:extLst>
              <a:ext uri="{FF2B5EF4-FFF2-40B4-BE49-F238E27FC236}">
                <a16:creationId xmlns:a16="http://schemas.microsoft.com/office/drawing/2014/main" id="{25A02C0A-1A8E-9925-082F-5FB015E86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848"/>
            <a:ext cx="11983656" cy="631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76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Rad - D8TAOPS</dc:creator>
  <cp:lastModifiedBy>David Rad - D8TAOPS</cp:lastModifiedBy>
  <cp:revision>1</cp:revision>
  <dcterms:created xsi:type="dcterms:W3CDTF">2026-04-23T16:50:30Z</dcterms:created>
  <dcterms:modified xsi:type="dcterms:W3CDTF">2026-04-23T16:51:31Z</dcterms:modified>
</cp:coreProperties>
</file>