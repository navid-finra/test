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91E2-DDAF-4CF0-9143-F15F722E2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7003A-6B77-2F48-B9ED-2374138E0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5A271-A5C7-9575-C364-B8AE9D122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0491D-D9F0-8034-D4E6-2C3E2ADA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0FF22-91D8-9A89-79B9-3335F216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0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B22B-D767-7AA1-7086-D251F9C65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0CB50-66E7-2449-78B8-8B4ED6E45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2E018-516C-125D-5A86-D93790F7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1CE41-587F-D60A-4A15-73F4858F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AD15-DC54-89FC-0F0C-640543D0B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8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7079-690C-EEC1-A495-AECA5B0B3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50BC2-D4B7-F306-19B9-7C3476FDC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23252-0D6A-DB14-8CC2-F7BD28E0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DF61C-310D-33FA-3FAB-E5A4A3E64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3F372-BD77-61A5-7EBA-1B9E994E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4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64E5D-BA85-2431-6C89-521E0285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1577C-86F6-2737-BD4A-1E1458E70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FC118-25A9-DA67-A015-CBF17EA8B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B1F75-18F2-6BBE-32CE-49E07D93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D3304-A70E-08B9-6A68-6BFC9D20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16238-89E9-E2ED-6151-8745F66D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35D9-267E-4E51-928C-B34A101F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46330-AE23-8BE2-F38D-0C258C447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46D86-FD2E-1AFA-43D8-5F15503B9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F15BD6-EDAA-4C1F-374A-1F2BAD17E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F96483-09A1-4819-79E9-F87726D36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F088E1-3C03-442A-65CD-355C5EED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0DF81-42CF-1907-09B3-46D7CA69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411994-C72F-2DBB-EAA9-1A8C431E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4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65C13-2526-8FE6-9DBA-B09CC8D0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FAD0E-AEFC-9AC4-FC4C-3204AA80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8D144-41FD-C835-EAFE-9ED87275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0BEDF-67E8-DBF9-3660-C59E80BB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2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4CEE21-566F-F1EA-F2B9-6685C06E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ABF69-78FC-097B-1BB6-EE31FAA7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967D2-8B65-7C6B-2FA5-E228212B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1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7226-8681-5435-1DE4-D1D426BB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61F9D-DC73-B1C3-5144-F126F6180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7C3E3-B3F5-7605-D83B-7F27BC588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B4B1F-4E0B-C029-6DD6-DBE97EB4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4B61F-EDAB-D97C-38B2-A4496A2A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51367-4C62-0B2F-9900-5602E387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8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0498-4010-DE36-7F9E-4CB9F9AFC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C2A1F-3431-9727-0D6A-9F0AA240E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EECD9-5916-0BC2-12E1-8F793655B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7C8FD-E3E1-4715-DC06-DA7F6BEB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3F0B0-24F8-778D-C2B3-500B3EBCF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6AB71-7804-8406-6646-D6F9F8DE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1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3BBAE-80BB-7683-2690-1D86AEE2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11419-D34B-6CF3-943E-BD8C3903F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F234-E576-905D-D487-CFB1FF642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E0BD4-3842-1673-3FB5-2656EA53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742-0E46-3EF4-AFEF-1E0A3819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7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4FA5D3-0031-F184-35A0-898D1E2FA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E146-47D0-AC6E-3E5B-07DB80345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5609B-08DC-F9F0-7C3E-2240491E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62979-4218-AC8C-94C7-AB93AFC3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77637-F5A6-AA11-CFD3-4B540990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6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E27F-CA1A-F3A3-0425-487B880CF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522EA-7D5B-678A-C856-C5334D98A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11902-F2CA-7A14-551F-D5C4EAC110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37E86-477F-C642-B86E-0F01290051A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E4964-B57C-36EF-837A-7B0F29F00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961E8-587E-7424-ABD9-F5AEA8F83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D0FFB-1C43-A744-BA6F-C4C43D205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0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20DF0A9-304D-1532-54E3-47335881F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033" y="489458"/>
            <a:ext cx="9301934" cy="6071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54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651E20A-23F2-B18C-6816-2C3EEF969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913" y="0"/>
            <a:ext cx="7242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485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Navid Kalantari PhD (Data + AI)</dc:creator>
  <cp:lastModifiedBy>Dr Navid Kalantari PhD (Data + AI)</cp:lastModifiedBy>
  <cp:revision>1</cp:revision>
  <dcterms:created xsi:type="dcterms:W3CDTF">2025-12-18T21:45:59Z</dcterms:created>
  <dcterms:modified xsi:type="dcterms:W3CDTF">2025-12-18T21:46:38Z</dcterms:modified>
</cp:coreProperties>
</file>