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758A-F562-EF91-4FE0-B79DEE1D8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E2E4E-9E00-C5C1-5B52-366E87740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CF83A-3D5D-5C6F-7415-C0EAF3F4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534C-7D29-9B49-5DCC-1163159F6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7E01D-13DF-A8E6-F085-13B2F07C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5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8DD9-64EA-36EA-37CD-B93A1260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B53D-5D60-D222-E417-E52C5385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56A31-ED60-4013-EC5B-618D129E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D387B-5B13-8478-EF16-500C2A9D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A225-088F-AB03-230D-179D96F3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5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DA7B-4570-6644-D730-8AC79721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CE258-C99D-449D-D65F-D8B1341F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BA51-2BA8-0BED-A1AD-D19F23DF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6B898-4F33-F8E5-34D7-FDB5D37F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54C86-A413-3821-9F86-50E7CB8E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52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5413-8310-21B3-6A8D-5AC71212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8DC1-5CFA-A658-1CE2-0008EA445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C9242-6C68-B545-46DB-6F8A68BFD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DF084-51C3-1228-C942-639FCB0D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4D49F-4925-1A94-7922-50786086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B8F83-3728-D700-0588-62A59A13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9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C1F6-8FC9-AA67-C8E5-C78A003C1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380F7-EB16-D107-23EB-BE85A4818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F81C0-6E13-1857-C059-2296FE7F0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A0724-FC8E-D09E-5DAA-6CAF16AC3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768E2-1609-BBD5-E328-75AD3DAA6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43665C-0B7B-7407-B721-7F7D75DB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039EB9-3782-B454-B408-EE5222170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B07027-1713-E022-520B-3089D399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5E37-A80C-6E4E-0103-EB30D7C72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D3DA6-1781-A0AE-5CED-FCFDD3BF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0FE23-4A90-6BC0-C669-E4094988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E9BF0-0326-04B1-647C-3FD54135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6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991B8-8AFD-C0C7-B5CF-20700D55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53A1D-09FF-0CA7-6D33-B6440D73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1939E-0C4E-6CEC-7CAD-EA960A8C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4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142E-26FD-0E7F-1F97-88E6AC3A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6242A-8AC2-F748-645F-AF538600F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D8FA5-4206-69AE-B8E9-A8899241D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2A2A4-EED9-8F59-036C-55507887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E95A6-0D9F-DEBF-C0AF-78783ACE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9CB74-F8CD-381E-1392-6E3E6E2B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6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6344-A51B-0AA1-88CF-C09ECE23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FCA51-DFF8-2010-455B-4E1046256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48E23-F319-0777-B38F-7977D7949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7A644-14BD-C92A-93E6-E7C38E61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44E51-5569-2AEB-5E44-32B6298E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0E0EF-416F-9C68-7E25-9A8A698D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9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5F2C7-C07A-A82C-600C-DCC19CECE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66778-684F-7BE0-E8A8-18BBAC82E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DD6A-04D6-2382-6038-2B7437B9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422E5-5675-D432-D64B-465C0599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5AB27-2795-87C1-10DA-915752A7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6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7F64F-D1AB-AD5D-DB22-BE18C0712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B18C0-3737-66F1-8FD9-995888F01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08C00-7814-AEF4-03E1-D6054BDA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AD27F-A49C-D611-BE9D-F7DE26D2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CD5D3-A1D6-17AF-80B1-4AA6D6C8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4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D82D2-C219-E822-2E11-5C479073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4E05B-1A03-C5AD-0EBA-556511DB1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35EC-7075-9488-982C-DEC49B393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5D763-858B-8546-B78F-34E156996CAE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3B901-F81F-3703-7C2B-E0197C652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D916C-9157-6559-EF82-99BA911AD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3E7AE-CD31-7F4F-BECB-D18A75438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E14D-95CB-C842-A27C-86EBB49AF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9DB21-0D33-F61B-D534-D03C7C5E5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C4F3BBA8-EFC0-F43E-BB62-D7754A57F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74" y="197707"/>
            <a:ext cx="10946420" cy="646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7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Rad - D8TAOPS</dc:creator>
  <cp:lastModifiedBy>David Rad - D8TAOPS</cp:lastModifiedBy>
  <cp:revision>1</cp:revision>
  <dcterms:created xsi:type="dcterms:W3CDTF">2025-12-31T14:51:00Z</dcterms:created>
  <dcterms:modified xsi:type="dcterms:W3CDTF">2025-12-31T14:51:35Z</dcterms:modified>
</cp:coreProperties>
</file>