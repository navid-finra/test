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35" d="100"/>
          <a:sy n="35" d="100"/>
        </p:scale>
        <p:origin x="99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C449D-0C4E-7F87-3731-DBDC317E5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61FAE1-3BB6-A629-EF18-E88C6376ED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E01A9-37C9-E7EC-0541-9641F73D2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E63D-0DE9-6F4A-BB60-F40FC5FBA0F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2F60F-9F86-2837-0156-74B7F3654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246FE-2ADA-AD8F-DFA2-DFE6048C8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18CE-3E51-AF4C-A77F-9FEEE317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816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2332E-5BCD-2FC8-B24B-138826F3A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10834-F219-7CFF-8E8B-741BD4B06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EDB32-FAEB-861E-3183-CC9765CEA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E63D-0DE9-6F4A-BB60-F40FC5FBA0F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2A1C0-F298-6C85-4A54-8856CD0D7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1F6C9-32C6-4B14-237C-2F04D8B66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18CE-3E51-AF4C-A77F-9FEEE317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385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4BD41-541F-2580-502E-05975E400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4DB17-0B2C-4AB8-63DA-B5184BCE1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71DD7-3C45-0393-70B6-3A44B1FBD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E63D-0DE9-6F4A-BB60-F40FC5FBA0F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7B651-2E26-1CD8-73BF-74209F5AB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E89EA-8CB5-DB3B-FDD1-A8D404778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18CE-3E51-AF4C-A77F-9FEEE317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317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3DBEB-3B67-3B90-975C-FF0CC2B99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628D4-FB6D-2129-898F-444F1746A4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124D0E-74FE-411B-49E7-190F28A790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0A3BA0-3FDB-6A17-5331-1227576FC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E63D-0DE9-6F4A-BB60-F40FC5FBA0F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A2196-F50C-D2FA-5D02-E6FE5842A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832745-4A50-C722-B1F4-797FA7F6B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18CE-3E51-AF4C-A77F-9FEEE317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156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DB25E-1668-E3F9-6B08-AF82343CD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16E0E-0E61-2FD4-56D7-2953FBD08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AF0285-BCA0-F904-7ECA-A92E5B9525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F881E8-3319-8BD8-C6BB-17307BF941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7E1589-314C-ED90-EEFB-7285F65E5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93A34D-1640-74DD-E255-862581308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E63D-0DE9-6F4A-BB60-F40FC5FBA0F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EF205F-1148-12CA-0F0F-0D08C07EE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A78378-029F-DBA9-E722-D5CDD2F22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18CE-3E51-AF4C-A77F-9FEEE317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581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54279-077E-DDDD-816C-CAC33875D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6B0B68-09ED-B0F1-C5B1-DAED351AB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E63D-0DE9-6F4A-BB60-F40FC5FBA0F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401231-AB14-65E2-A698-39BCEC9FB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780775-8BA1-25D1-6323-0520590E8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18CE-3E51-AF4C-A77F-9FEEE317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204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0C1C3D-3206-C06C-F0E7-28966520D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E63D-0DE9-6F4A-BB60-F40FC5FBA0F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7E7541-F022-5020-370A-AAFD0E11E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877A3-A993-B706-EA91-7AFE2CBF0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18CE-3E51-AF4C-A77F-9FEEE317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916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6F495-1C8F-83FD-2E0A-0427FCCCC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3471A-5130-E318-67CC-3794BBA84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7D3992-D01F-BEFA-30B6-7BD111FD0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1FCE4-5238-D13F-FB0D-3D332EB0E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E63D-0DE9-6F4A-BB60-F40FC5FBA0F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03B44-7ECB-F33F-CCED-0E25E6DA4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1DB5B-B302-C1A4-D572-0AAE9C25B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18CE-3E51-AF4C-A77F-9FEEE317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973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580DA-62D7-BA2A-453A-40BF7054C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91A45F-E890-24BB-C425-3AA5AEDB0F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BBCAF0-A053-68B9-D2AE-5B0969690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0C7B0-0EB0-8EDA-D4EA-0106E3ED0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E63D-0DE9-6F4A-BB60-F40FC5FBA0F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83E82B-7A89-8E78-9483-5164A8898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BA4095-D81E-18A7-4F45-0891484F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18CE-3E51-AF4C-A77F-9FEEE317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222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04FC9-8361-ED5B-1166-B0D0CDC26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407024-08BC-89D5-1491-1D3B3FD78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D3BB1-80B2-21F4-F4F4-213CB3200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E63D-0DE9-6F4A-BB60-F40FC5FBA0F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6F8CB-B7FB-A5BA-F4F9-4E83E144D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3E9D2-BBA7-2F82-CC0F-DD24088EA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18CE-3E51-AF4C-A77F-9FEEE317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754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92DEDB-3E87-8274-B0FC-598E9895CD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23379D-28BB-4D31-1884-3B80222830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4D5C3-4873-92F2-C74F-B3598F78F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E63D-0DE9-6F4A-BB60-F40FC5FBA0F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11148-F0F7-EC98-E3A2-D60AA1E8E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0DBD3-CBD3-7D92-7D12-56E6C28B8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18CE-3E51-AF4C-A77F-9FEEE317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735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0D1205-12B7-130B-E149-EC5BB23D9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23F314-AA47-4B0E-F667-BFEBE8C11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96932-F8D6-229F-66E4-C53115D6C4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5DE63D-0DE9-6F4A-BB60-F40FC5FBA0F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A3B92-663C-DF75-60AE-F388D043F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A3768-CD7E-CE22-51ED-5D0460F5B6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8418CE-3E51-AF4C-A77F-9FEEE317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522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diagram of a product offering&#10;&#10;AI-generated content may be incorrect.">
            <a:extLst>
              <a:ext uri="{FF2B5EF4-FFF2-40B4-BE49-F238E27FC236}">
                <a16:creationId xmlns:a16="http://schemas.microsoft.com/office/drawing/2014/main" id="{2A7CD2D4-D382-9850-9559-114E1F889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447" y="1348754"/>
            <a:ext cx="9218141" cy="514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885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2D67E-CFA6-1408-4CC7-F99BBF978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diagram of a process of planning&#10;&#10;AI-generated content may be incorrect.">
            <a:extLst>
              <a:ext uri="{FF2B5EF4-FFF2-40B4-BE49-F238E27FC236}">
                <a16:creationId xmlns:a16="http://schemas.microsoft.com/office/drawing/2014/main" id="{BAE04B1B-C385-8ECA-1157-3FCC2A35AD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275" b="16071"/>
          <a:stretch>
            <a:fillRect/>
          </a:stretch>
        </p:blipFill>
        <p:spPr>
          <a:xfrm>
            <a:off x="1480751" y="2026509"/>
            <a:ext cx="9782179" cy="331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709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281DA-CC75-AEB5-7D77-E8AEFCDD3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diagram of a program&#10;&#10;AI-generated content may be incorrect.">
            <a:extLst>
              <a:ext uri="{FF2B5EF4-FFF2-40B4-BE49-F238E27FC236}">
                <a16:creationId xmlns:a16="http://schemas.microsoft.com/office/drawing/2014/main" id="{02BF5D8E-875E-40E8-BD43-BEA847BE9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1361110"/>
            <a:ext cx="8298853" cy="463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513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Rad - D8TAOPS</dc:creator>
  <cp:lastModifiedBy>Kalantari, Navid</cp:lastModifiedBy>
  <cp:revision>2</cp:revision>
  <dcterms:created xsi:type="dcterms:W3CDTF">2026-02-25T21:31:15Z</dcterms:created>
  <dcterms:modified xsi:type="dcterms:W3CDTF">2026-02-26T00:33:34Z</dcterms:modified>
</cp:coreProperties>
</file>